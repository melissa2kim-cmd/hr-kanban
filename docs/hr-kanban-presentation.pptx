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2b2baf7b-76be-3832-d724-12ca42f24c51}">
          <p14:sldIdLst>
            <p14:sldId id="256"/>
          </p14:sldIdLst>
        </p14:section>
        <p14:section name="문제와 해결" id="{f8da3dc6-a62d-5f3e-51e0-e318a346cb25}">
          <p14:sldIdLst>
            <p14:sldId id="257"/>
            <p14:sldId id="258"/>
          </p14:sldIdLst>
        </p14:section>
        <p14:section name="서비스" id="{7d5fe097-f6a6-1f27-c581-13934d575ba8}">
          <p14:sldIdLst>
            <p14:sldId id="259"/>
          </p14:sldIdLst>
        </p14:section>
        <p14:section name="마무리" id="{0cdfeaca-acab-7844-d297-35f863222267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인사총무팀장으로서 놓치는 일을 줄이기 위해 만든 팀 업무 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특히 4번 입력 부담 때문에 기존 도구가 정착하지 못했습니다. 그래서 원칙을 "직원은 완료만 누른다"로 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시연: 회의록 예시 넣기 → 변환 → 모두 추가 → 이서준 완료 → 박지우 버튼에 새 업무 1 표시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hr-kanban.vercel.app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교육 과제 · 인사총무팀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인사총무팀 업무 보드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회의록 한 장으로 업무 배정부터 협업 인계까지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직원은 시작·완료만 누릅니다</a:t>
            </a:r>
            <a:endParaRPr lang="en-US" sz="1800" dirty="0"/>
          </a:p>
        </p:txBody>
      </p:sp>
      <p:sp>
        <p:nvSpPr>
          <p:cNvPr id="5" name="info-box"/>
          <p:cNvSpPr/>
          <p:nvPr/>
        </p:nvSpPr>
        <p:spPr>
          <a:xfrm>
            <a:off x="548640" y="3383280"/>
            <a:ext cx="8046720" cy="1234440"/>
          </a:xfrm>
          <a:prstGeom prst="roundRect">
            <a:avLst>
              <a:gd name="adj" fmla="val 8889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5204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서비스  </a:t>
            </a:r>
            <a:pPr indent="0" marL="0">
              <a:spcAft>
                <a:spcPts val="400"/>
              </a:spcAft>
              <a:buNone/>
            </a:pPr>
            <a:r>
              <a:rPr lang="en-US" sz="1300" b="1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https://hr-kanban.vercel.app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저장소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github.com/melissa2kim-cmd/hr-kanban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사용 도구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Claude Code · GitHub · Vercel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팀장이 놓치는 일은 네 곳에서 생깁니다</a:t>
            </a:r>
            <a:endParaRPr lang="en-US" sz="3000" dirty="0"/>
          </a:p>
        </p:txBody>
      </p:sp>
      <p:sp>
        <p:nvSpPr>
          <p:cNvPr id="3" name="problem-1"/>
          <p:cNvSpPr/>
          <p:nvPr/>
        </p:nvSpPr>
        <p:spPr>
          <a:xfrm>
            <a:off x="548640" y="132588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problem-num-1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8191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기한을 놓침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391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팀원별 업무 현황을 한눈에 볼 수 없어 마감이 지난 뒤에야 알게 됨</a:t>
            </a:r>
            <a:endParaRPr lang="en-US" sz="1300" dirty="0"/>
          </a:p>
        </p:txBody>
      </p:sp>
      <p:sp>
        <p:nvSpPr>
          <p:cNvPr id="8" name="problem-2"/>
          <p:cNvSpPr/>
          <p:nvPr/>
        </p:nvSpPr>
        <p:spPr>
          <a:xfrm>
            <a:off x="4663440" y="132588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9" name="problem-num-2"/>
          <p:cNvSpPr/>
          <p:nvPr/>
        </p:nvSpPr>
        <p:spPr>
          <a:xfrm>
            <a:off x="4892040" y="155448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58191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인계가 끊김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203911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협업 업무에서 앞사람이 끝내도 다음 사람이 언제 받았는지 모름</a:t>
            </a:r>
            <a:endParaRPr lang="en-US" sz="1300" dirty="0"/>
          </a:p>
        </p:txBody>
      </p:sp>
      <p:sp>
        <p:nvSpPr>
          <p:cNvPr id="13" name="problem-3"/>
          <p:cNvSpPr/>
          <p:nvPr/>
        </p:nvSpPr>
        <p:spPr>
          <a:xfrm>
            <a:off x="548640" y="301752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4" name="problem-num-3"/>
          <p:cNvSpPr/>
          <p:nvPr/>
        </p:nvSpPr>
        <p:spPr>
          <a:xfrm>
            <a:off x="777240" y="324612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2735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반복 업무를 기억에 의존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73075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급여 마감, 원천세 신고 같은 월 반복 업무를 매번 머리로 챙김</a:t>
            </a:r>
            <a:endParaRPr lang="en-US" sz="1300" dirty="0"/>
          </a:p>
        </p:txBody>
      </p:sp>
      <p:sp>
        <p:nvSpPr>
          <p:cNvPr id="18" name="problem-4"/>
          <p:cNvSpPr/>
          <p:nvPr/>
        </p:nvSpPr>
        <p:spPr>
          <a:xfrm>
            <a:off x="4663440" y="301752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9" name="problem-num-4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532120" y="32735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입력 부담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3730752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일반 칸반 도구는 직원이 일일이 입력해야 해서 금방 쓰지 않게 됨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회의록만 넣으면 배정부터 인계까지 자동</a:t>
            </a:r>
            <a:endParaRPr lang="en-US" sz="3000" dirty="0"/>
          </a:p>
        </p:txBody>
      </p:sp>
      <p:sp>
        <p:nvSpPr>
          <p:cNvPr id="3" name="step-1"/>
          <p:cNvSpPr/>
          <p:nvPr/>
        </p:nvSpPr>
        <p:spPr>
          <a:xfrm>
            <a:off x="548640" y="1371600"/>
            <a:ext cx="1783080" cy="182880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36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STEP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회의록 입력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주간회의 메모를 그대로 붙여넣기</a:t>
            </a:r>
            <a:endParaRPr lang="en-US" sz="1200" dirty="0"/>
          </a:p>
        </p:txBody>
      </p:sp>
      <p:sp>
        <p:nvSpPr>
          <p:cNvPr id="7" name="arrow-1"/>
          <p:cNvSpPr/>
          <p:nvPr/>
        </p:nvSpPr>
        <p:spPr>
          <a:xfrm rot="5400000">
            <a:off x="2377440" y="2176272"/>
            <a:ext cx="164592" cy="219456"/>
          </a:xfrm>
          <a:prstGeom prst="rt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step-2"/>
          <p:cNvSpPr/>
          <p:nvPr/>
        </p:nvSpPr>
        <p:spPr>
          <a:xfrm>
            <a:off x="2606040" y="1371600"/>
            <a:ext cx="1783080" cy="182880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88920" y="1536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STEP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자동 배정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423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업무·협업·회의를 담당자별로</a:t>
            </a:r>
            <a:endParaRPr lang="en-US" sz="1200" dirty="0"/>
          </a:p>
        </p:txBody>
      </p:sp>
      <p:sp>
        <p:nvSpPr>
          <p:cNvPr id="12" name="arrow-2"/>
          <p:cNvSpPr/>
          <p:nvPr/>
        </p:nvSpPr>
        <p:spPr>
          <a:xfrm rot="5400000">
            <a:off x="4434840" y="2176272"/>
            <a:ext cx="164592" cy="219456"/>
          </a:xfrm>
          <a:prstGeom prst="rt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step-3"/>
          <p:cNvSpPr/>
          <p:nvPr/>
        </p:nvSpPr>
        <p:spPr>
          <a:xfrm>
            <a:off x="4663440" y="1371600"/>
            <a:ext cx="1783080" cy="182880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1536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STEP 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시작·완료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423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직원은 버튼만, 날짜는 자동 기록</a:t>
            </a:r>
            <a:endParaRPr lang="en-US" sz="1200" dirty="0"/>
          </a:p>
        </p:txBody>
      </p:sp>
      <p:sp>
        <p:nvSpPr>
          <p:cNvPr id="17" name="arrow-3"/>
          <p:cNvSpPr/>
          <p:nvPr/>
        </p:nvSpPr>
        <p:spPr>
          <a:xfrm rot="5400000">
            <a:off x="6492240" y="2176272"/>
            <a:ext cx="164592" cy="219456"/>
          </a:xfrm>
          <a:prstGeom prst="rtTriangl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step-4"/>
          <p:cNvSpPr/>
          <p:nvPr/>
        </p:nvSpPr>
        <p:spPr>
          <a:xfrm>
            <a:off x="6720840" y="1371600"/>
            <a:ext cx="1783080" cy="182880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03720" y="1536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STEP 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1828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자동 인계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423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전달일 기록, 받는 사람에게 NEW</a:t>
            </a:r>
            <a:endParaRPr lang="en-US" sz="1200" dirty="0"/>
          </a:p>
        </p:txBody>
      </p:sp>
      <p:sp>
        <p:nvSpPr>
          <p:cNvPr id="22" name="judgement"/>
          <p:cNvSpPr/>
          <p:nvPr/>
        </p:nvSpPr>
        <p:spPr>
          <a:xfrm>
            <a:off x="548640" y="3520440"/>
            <a:ext cx="8046720" cy="1005840"/>
          </a:xfrm>
          <a:prstGeom prst="roundRect">
            <a:avLst>
              <a:gd name="adj" fmla="val 10909"/>
            </a:avLst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365760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사람이 판단하는 지점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자동으로 뽑힌 배정 결과(담당자·예정일·협업 순서)를 추가 전에 미리보기에서 팀장이 확인하고 고칩니다.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한 화면에서 오늘 할 일과 협업 진척을 봅니다</a:t>
            </a:r>
            <a:endParaRPr lang="en-US" sz="3000" dirty="0"/>
          </a:p>
        </p:txBody>
      </p:sp>
      <p:sp>
        <p:nvSpPr>
          <p:cNvPr id="3" name="feature-1"/>
          <p:cNvSpPr/>
          <p:nvPr/>
        </p:nvSpPr>
        <p:spPr>
          <a:xfrm>
            <a:off x="548640" y="1325880"/>
            <a:ext cx="25420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feature-dot-1"/>
          <p:cNvSpPr/>
          <p:nvPr/>
        </p:nvSpPr>
        <p:spPr>
          <a:xfrm>
            <a:off x="749808" y="1545336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52144" y="1508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오늘의 할 일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1168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오늘 회의(시간순), 기한 지남, 오늘 마감, 진행 중</a:t>
            </a:r>
            <a:endParaRPr lang="en-US" sz="1200" dirty="0"/>
          </a:p>
        </p:txBody>
      </p:sp>
      <p:sp>
        <p:nvSpPr>
          <p:cNvPr id="7" name="feature-2"/>
          <p:cNvSpPr/>
          <p:nvPr/>
        </p:nvSpPr>
        <p:spPr>
          <a:xfrm>
            <a:off x="3273552" y="1325880"/>
            <a:ext cx="25420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8" name="feature-dot-2"/>
          <p:cNvSpPr/>
          <p:nvPr/>
        </p:nvSpPr>
        <p:spPr>
          <a:xfrm>
            <a:off x="3474720" y="1545336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77056" y="1508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사람별 현황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01168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팀원마다 오늘 회의·마감·진행 중·협업 진척</a:t>
            </a:r>
            <a:endParaRPr lang="en-US" sz="1200" dirty="0"/>
          </a:p>
        </p:txBody>
      </p:sp>
      <p:sp>
        <p:nvSpPr>
          <p:cNvPr id="11" name="feature-3"/>
          <p:cNvSpPr/>
          <p:nvPr/>
        </p:nvSpPr>
        <p:spPr>
          <a:xfrm>
            <a:off x="5998464" y="1325880"/>
            <a:ext cx="25420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2" name="feature-dot-3"/>
          <p:cNvSpPr/>
          <p:nvPr/>
        </p:nvSpPr>
        <p:spPr>
          <a:xfrm>
            <a:off x="6199632" y="1545336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1508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협업 진척 막대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201168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김민지 ✓ → 이서준 진행 중 → 박지우 대기</a:t>
            </a:r>
            <a:endParaRPr lang="en-US" sz="1200" dirty="0"/>
          </a:p>
        </p:txBody>
      </p:sp>
      <p:sp>
        <p:nvSpPr>
          <p:cNvPr id="15" name="feature-4"/>
          <p:cNvSpPr/>
          <p:nvPr/>
        </p:nvSpPr>
        <p:spPr>
          <a:xfrm>
            <a:off x="548640" y="3017520"/>
            <a:ext cx="25420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6" name="feature-dot-4"/>
          <p:cNvSpPr/>
          <p:nvPr/>
        </p:nvSpPr>
        <p:spPr>
          <a:xfrm>
            <a:off x="749808" y="3236976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52144" y="32004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예정일·완료일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370332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완료일 자동 기록, 늦으면 "2일 지연 완료"</a:t>
            </a:r>
            <a:endParaRPr lang="en-US" sz="1200" dirty="0"/>
          </a:p>
        </p:txBody>
      </p:sp>
      <p:sp>
        <p:nvSpPr>
          <p:cNvPr id="19" name="feature-5"/>
          <p:cNvSpPr/>
          <p:nvPr/>
        </p:nvSpPr>
        <p:spPr>
          <a:xfrm>
            <a:off x="3273552" y="3017520"/>
            <a:ext cx="25420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0" name="feature-dot-5"/>
          <p:cNvSpPr/>
          <p:nvPr/>
        </p:nvSpPr>
        <p:spPr>
          <a:xfrm>
            <a:off x="3474720" y="3236976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877056" y="32004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인계 알림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70332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"10/23 이서준 → 박지우 전달", 새 업무 배지</a:t>
            </a:r>
            <a:endParaRPr lang="en-US" sz="1200" dirty="0"/>
          </a:p>
        </p:txBody>
      </p:sp>
      <p:sp>
        <p:nvSpPr>
          <p:cNvPr id="23" name="feature-6"/>
          <p:cNvSpPr/>
          <p:nvPr/>
        </p:nvSpPr>
        <p:spPr>
          <a:xfrm>
            <a:off x="5998464" y="3017520"/>
            <a:ext cx="2542032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4" name="feature-dot-6"/>
          <p:cNvSpPr/>
          <p:nvPr/>
        </p:nvSpPr>
        <p:spPr>
          <a:xfrm>
            <a:off x="6199632" y="3236976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1968" y="32004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월 반복 업무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199632" y="370332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급여 마감·원천세 신고 등 버튼 하나로 생성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놓치는 일을 줄이는 것이 목표입니다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-50%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기한 지난 업무 (월)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325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1분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팀원 입력 시간 (하루)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3258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0건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반복 업무 누락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목표 지표</a:t>
            </a:r>
            <a:endParaRPr lang="en-US" sz="1100" dirty="0"/>
          </a:p>
        </p:txBody>
      </p:sp>
      <p:sp>
        <p:nvSpPr>
          <p:cNvPr id="10" name="next-steps"/>
          <p:cNvSpPr/>
          <p:nvPr/>
        </p:nvSpPr>
        <p:spPr>
          <a:xfrm>
            <a:off x="548640" y="2834640"/>
            <a:ext cx="8046720" cy="1737360"/>
          </a:xfrm>
          <a:prstGeom prst="roundRect">
            <a:avLst>
              <a:gd name="adj" fmla="val 6316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다음 단계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337560"/>
            <a:ext cx="7589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서버 저장 + 메신저·메일 알림으로 실제 팀 공유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구글 캘린더에서 회의 일정 자동 가져오기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예산 잔액·초과 알림, 인증·특허 만료 D-30 카드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Claude API 키 연결로 회의록 AI 해석 강화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R Board">
  <a:themeElements>
    <a:clrScheme name="HR Board">
      <a:dk1>
        <a:srgbClr val="1B2B33"/>
      </a:dk1>
      <a:lt1>
        <a:srgbClr val="FFFFFF"/>
      </a:lt1>
      <a:dk2>
        <a:srgbClr val="0F4C5C"/>
      </a:dk2>
      <a:lt2>
        <a:srgbClr val="E8F1F2"/>
      </a:lt2>
      <a:accent1>
        <a:srgbClr val="0F4C5C"/>
      </a:accent1>
      <a:accent2>
        <a:srgbClr val="F2A541"/>
      </a:accent2>
      <a:accent3>
        <a:srgbClr val="2E8B7A"/>
      </a:accent3>
      <a:accent4>
        <a:srgbClr val="D64545"/>
      </a:accent4>
      <a:accent5>
        <a:srgbClr val="6B7C85"/>
      </a:accent5>
      <a:accent6>
        <a:srgbClr val="B9D7DC"/>
      </a:accent6>
      <a:hlink>
        <a:srgbClr val="0F4C5C"/>
      </a:hlink>
      <a:folHlink>
        <a:srgbClr val="6B7C85"/>
      </a:folHlink>
    </a:clrScheme>
    <a:fontScheme name="HR Board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인사총무팀 업무 보드</dc:title>
  <dc:subject>PptxGenJS Presentation</dc:subject>
  <dc:creator>PptxGenJS</dc:creator>
  <cp:lastModifiedBy>PptxGenJS</cp:lastModifiedBy>
  <cp:revision>1</cp:revision>
  <dcterms:created xsi:type="dcterms:W3CDTF">2026-10-23T07:31:24Z</dcterms:created>
  <dcterms:modified xsi:type="dcterms:W3CDTF">2026-10-23T07:31:24Z</dcterms:modified>
</cp:coreProperties>
</file>